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9" r:id="rId3"/>
    <p:sldId id="263" r:id="rId4"/>
    <p:sldId id="264" r:id="rId5"/>
    <p:sldId id="280" r:id="rId6"/>
    <p:sldId id="268" r:id="rId7"/>
    <p:sldId id="281" r:id="rId8"/>
    <p:sldId id="265" r:id="rId9"/>
    <p:sldId id="282" r:id="rId10"/>
    <p:sldId id="270" r:id="rId11"/>
    <p:sldId id="267" r:id="rId12"/>
    <p:sldId id="277" r:id="rId13"/>
    <p:sldId id="26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667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09351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273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51277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23281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374018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072369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671725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77609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149483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026368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A755947-D7FE-4306-BA8A-6A7705032833}" type="datetimeFigureOut">
              <a:rPr lang="en-KE" smtClean="0"/>
              <a:t>03/22/2026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000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EB1836F0-F9E0-4D93-9BDD-7EEC6EA05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5C14E0-76D5-15C8-3B21-ABAB15F79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926" y="461513"/>
            <a:ext cx="11189388" cy="368601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Short Course On Machine Learning and AI</a:t>
            </a:r>
            <a:br>
              <a:rPr lang="en-US" dirty="0"/>
            </a:br>
            <a:r>
              <a:rPr lang="en-US" dirty="0"/>
              <a:t>2026</a:t>
            </a:r>
            <a:endParaRPr lang="en-K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E0A7EF-E25D-2618-B40B-612B18883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2653" y="4574328"/>
            <a:ext cx="6269347" cy="123861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John Kamau</a:t>
            </a:r>
            <a:endParaRPr lang="en-KE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" name="Straight Connector 11">
            <a:extLst>
              <a:ext uri="{FF2B5EF4-FFF2-40B4-BE49-F238E27FC236}">
                <a16:creationId xmlns:a16="http://schemas.microsoft.com/office/drawing/2014/main" id="{7A49EFD3-A806-4D59-99F1-AA9AFAE4E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071" y="4343400"/>
            <a:ext cx="5636107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3">
            <a:extLst>
              <a:ext uri="{FF2B5EF4-FFF2-40B4-BE49-F238E27FC236}">
                <a16:creationId xmlns:a16="http://schemas.microsoft.com/office/drawing/2014/main" id="{6D2F28D1-82F9-40FE-935C-85ECF7660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4B670E93-2F53-48FC-AB6C-E99E22D17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80B922-5418-5FB0-E6C7-80EB57E4D0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2" y="6400800"/>
            <a:ext cx="396109" cy="4033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554284-03BD-5CA0-8E68-3BA4882524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6254" y="6396768"/>
            <a:ext cx="794874" cy="41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555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265BD-AEBD-D462-30B5-1B939F317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3ABB8-5D3D-6D22-762D-8F390F50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763" y="243472"/>
            <a:ext cx="10058400" cy="817578"/>
          </a:xfrm>
        </p:spPr>
        <p:txBody>
          <a:bodyPr/>
          <a:lstStyle/>
          <a:p>
            <a:r>
              <a:rPr lang="en-US" dirty="0"/>
              <a:t>Large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43908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4A09C-E710-C55C-854E-D8D6A3153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A8CD7-F531-3061-BFB9-9E963973D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763" y="243472"/>
            <a:ext cx="10058400" cy="817578"/>
          </a:xfrm>
        </p:spPr>
        <p:txBody>
          <a:bodyPr/>
          <a:lstStyle/>
          <a:p>
            <a:r>
              <a:rPr lang="en-US" dirty="0"/>
              <a:t>Challenge of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21765-32AC-9BFE-2FC5-521DA119D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483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99277-8FC2-131A-C9B2-22FB887F8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C020B-8EE1-7698-D26C-D8420B3F8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763" y="243472"/>
            <a:ext cx="10058400" cy="817578"/>
          </a:xfrm>
        </p:spPr>
        <p:txBody>
          <a:bodyPr/>
          <a:lstStyle/>
          <a:p>
            <a:r>
              <a:rPr lang="en-US" dirty="0"/>
              <a:t>Ollama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C88EA-A707-C61E-1105-DC201BAAC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044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09076-8380-890E-C3B9-72560DE9D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E82F6-89EF-A0A3-CA9B-970A01E7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763" y="243472"/>
            <a:ext cx="10058400" cy="817578"/>
          </a:xfrm>
        </p:spPr>
        <p:txBody>
          <a:bodyPr/>
          <a:lstStyle/>
          <a:p>
            <a:r>
              <a:rPr lang="en-US" dirty="0"/>
              <a:t>Ollama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32059-BF66-E4FE-BDCC-ED9061A04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284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48CB2-EBFB-A463-6F7F-0429B4F61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F4A18-6C08-ED03-B564-2E147973D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763" y="243472"/>
            <a:ext cx="10058400" cy="817578"/>
          </a:xfrm>
        </p:spPr>
        <p:txBody>
          <a:bodyPr/>
          <a:lstStyle/>
          <a:p>
            <a:r>
              <a:rPr lang="en-US" dirty="0"/>
              <a:t>Types of Datasets/Methods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6E82A-7811-38FD-612E-B7A6A18BF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109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95EBE-9687-BE3D-24A5-3138D3911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Hugging Face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E1A3F-AB05-09DA-DD6D-BFFD6792D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 trained models</a:t>
            </a:r>
          </a:p>
        </p:txBody>
      </p:sp>
    </p:spTree>
    <p:extLst>
      <p:ext uri="{BB962C8B-B14F-4D97-AF65-F5344CB8AC3E}">
        <p14:creationId xmlns:p14="http://schemas.microsoft.com/office/powerpoint/2010/main" val="3547184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4E8B2-C712-7014-19AA-45C083579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00E97-7F53-E300-F3D8-AB0C5443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763" y="243472"/>
            <a:ext cx="10058400" cy="817578"/>
          </a:xfrm>
        </p:spPr>
        <p:txBody>
          <a:bodyPr/>
          <a:lstStyle/>
          <a:p>
            <a:r>
              <a:rPr lang="en-US" dirty="0"/>
              <a:t>Hugging face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1B2A7-277F-9D00-6982-D8305F75C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940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1C7FE-D6C1-DFC1-9FEA-F9D268F19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4EECF-F291-1784-93BB-1A89B16BE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763" y="243472"/>
            <a:ext cx="10058400" cy="817578"/>
          </a:xfrm>
        </p:spPr>
        <p:txBody>
          <a:bodyPr/>
          <a:lstStyle/>
          <a:p>
            <a:r>
              <a:rPr lang="en-US" dirty="0"/>
              <a:t>Downloading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DC1A1-09C5-D9B5-230D-9A4F13F5A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744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67EBB-18D0-FB94-F5A9-6E3B8658E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AEA4D-FC1C-25E8-C18A-F5821D44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763" y="243472"/>
            <a:ext cx="10058400" cy="817578"/>
          </a:xfrm>
        </p:spPr>
        <p:txBody>
          <a:bodyPr/>
          <a:lstStyle/>
          <a:p>
            <a:r>
              <a:rPr lang="en-US" dirty="0"/>
              <a:t>Setting up the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4F739-CDE3-7319-51DC-777A1F6F4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749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4A881-0BBD-9890-4CB1-FB25773A4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292E8-A348-4937-14A1-A2CA10558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763" y="243472"/>
            <a:ext cx="10058400" cy="817578"/>
          </a:xfrm>
        </p:spPr>
        <p:txBody>
          <a:bodyPr/>
          <a:lstStyle/>
          <a:p>
            <a:r>
              <a:rPr lang="en-US" dirty="0"/>
              <a:t>Using Pre trained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64EC1-4978-9E5F-E5AF-94EDD3F13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80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67F6F-F587-5897-7D9F-5E3BF40D5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E437C-05AC-8A31-7D52-2EA7D7240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763" y="243472"/>
            <a:ext cx="10058400" cy="817578"/>
          </a:xfrm>
        </p:spPr>
        <p:txBody>
          <a:bodyPr>
            <a:normAutofit/>
          </a:bodyPr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94D40-1F81-DCF1-E075-67642038E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930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F808E-D6DA-2833-13C5-77731477E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643467"/>
            <a:ext cx="6255026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Q &amp; 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77AF0A-E3E6-9BF1-0698-4E320DFA2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70995" y="643467"/>
            <a:ext cx="3341488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Questions?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624143-8FB4-6431-44AB-F78D789C7D2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" y="6404950"/>
            <a:ext cx="354030" cy="36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8652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6">
      <a:dk1>
        <a:srgbClr val="000000"/>
      </a:dk1>
      <a:lt1>
        <a:sysClr val="window" lastClr="FFFFFF"/>
      </a:lt1>
      <a:dk2>
        <a:srgbClr val="BC5308"/>
      </a:dk2>
      <a:lt2>
        <a:srgbClr val="8AA79F"/>
      </a:lt2>
      <a:accent1>
        <a:srgbClr val="15616D"/>
      </a:accent1>
      <a:accent2>
        <a:srgbClr val="8AA79F"/>
      </a:accent2>
      <a:accent3>
        <a:srgbClr val="C5CAB8"/>
      </a:accent3>
      <a:accent4>
        <a:srgbClr val="FF7D00"/>
      </a:accent4>
      <a:accent5>
        <a:srgbClr val="BC5308"/>
      </a:accent5>
      <a:accent6>
        <a:srgbClr val="78290F"/>
      </a:accent6>
      <a:hlink>
        <a:srgbClr val="FFECD1"/>
      </a:hlink>
      <a:folHlink>
        <a:srgbClr val="001524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50</Words>
  <Application>Microsoft Office PowerPoint</Application>
  <PresentationFormat>Widescreen</PresentationFormat>
  <Paragraphs>16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Calibri</vt:lpstr>
      <vt:lpstr>Cambria</vt:lpstr>
      <vt:lpstr>Retrospect</vt:lpstr>
      <vt:lpstr>Short Course On Machine Learning and AI 2026</vt:lpstr>
      <vt:lpstr>Large Language Models</vt:lpstr>
      <vt:lpstr>Challenge of LLMs</vt:lpstr>
      <vt:lpstr>Ollama</vt:lpstr>
      <vt:lpstr>Ollama API</vt:lpstr>
      <vt:lpstr>Types of Datasets/Methods</vt:lpstr>
      <vt:lpstr>Hugging Face</vt:lpstr>
      <vt:lpstr>Hugging face platform</vt:lpstr>
      <vt:lpstr>Downloading models</vt:lpstr>
      <vt:lpstr>Setting up the environment</vt:lpstr>
      <vt:lpstr>Using Pre trained models</vt:lpstr>
      <vt:lpstr>Key Takeaways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Kamau Kamau</dc:creator>
  <cp:lastModifiedBy>John Kamau Kamau</cp:lastModifiedBy>
  <cp:revision>23</cp:revision>
  <dcterms:created xsi:type="dcterms:W3CDTF">2023-09-12T11:22:30Z</dcterms:created>
  <dcterms:modified xsi:type="dcterms:W3CDTF">2026-03-22T11:51:36Z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cf23d-70b0-4a80-9221-1d774ac27fb2_Enabled">
    <vt:lpwstr>true</vt:lpwstr>
  </property>
  <property fmtid="{D5CDD505-2E9C-101B-9397-08002B2CF9AE}" pid="3" name="MSIP_Label_695cf23d-70b0-4a80-9221-1d774ac27fb2_SetDate">
    <vt:lpwstr>2026-03-15T13:26:08Z</vt:lpwstr>
  </property>
  <property fmtid="{D5CDD505-2E9C-101B-9397-08002B2CF9AE}" pid="4" name="MSIP_Label_695cf23d-70b0-4a80-9221-1d774ac27fb2_Method">
    <vt:lpwstr>Standard</vt:lpwstr>
  </property>
  <property fmtid="{D5CDD505-2E9C-101B-9397-08002B2CF9AE}" pid="5" name="MSIP_Label_695cf23d-70b0-4a80-9221-1d774ac27fb2_Name">
    <vt:lpwstr>Document internal</vt:lpwstr>
  </property>
  <property fmtid="{D5CDD505-2E9C-101B-9397-08002B2CF9AE}" pid="6" name="MSIP_Label_695cf23d-70b0-4a80-9221-1d774ac27fb2_SiteId">
    <vt:lpwstr>8482881e-3699-4b3f-b135-cf4800bc1efb</vt:lpwstr>
  </property>
  <property fmtid="{D5CDD505-2E9C-101B-9397-08002B2CF9AE}" pid="7" name="MSIP_Label_695cf23d-70b0-4a80-9221-1d774ac27fb2_ActionId">
    <vt:lpwstr>db57165a-df63-4076-b308-48fb73fba492</vt:lpwstr>
  </property>
  <property fmtid="{D5CDD505-2E9C-101B-9397-08002B2CF9AE}" pid="8" name="MSIP_Label_695cf23d-70b0-4a80-9221-1d774ac27fb2_ContentBits">
    <vt:lpwstr>0</vt:lpwstr>
  </property>
  <property fmtid="{D5CDD505-2E9C-101B-9397-08002B2CF9AE}" pid="9" name="MSIP_Label_695cf23d-70b0-4a80-9221-1d774ac27fb2_Tag">
    <vt:lpwstr>10, 3, 0, 1</vt:lpwstr>
  </property>
</Properties>
</file>