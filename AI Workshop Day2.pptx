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63" r:id="rId4"/>
    <p:sldId id="264" r:id="rId5"/>
    <p:sldId id="268" r:id="rId6"/>
    <p:sldId id="280" r:id="rId7"/>
    <p:sldId id="281" r:id="rId8"/>
    <p:sldId id="271" r:id="rId9"/>
    <p:sldId id="265" r:id="rId10"/>
    <p:sldId id="282" r:id="rId11"/>
    <p:sldId id="270" r:id="rId12"/>
    <p:sldId id="277" r:id="rId13"/>
    <p:sldId id="26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66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093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7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5127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3281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7401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7236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7172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7609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4948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2636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00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C14E0-76D5-15C8-3B21-ABAB15F79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926" y="461513"/>
            <a:ext cx="11189388" cy="368601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Short Course On Machine Learning and AI</a:t>
            </a:r>
            <a:br>
              <a:rPr lang="en-US" dirty="0"/>
            </a:br>
            <a:r>
              <a:rPr lang="en-US" dirty="0"/>
              <a:t>2026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0A7EF-E25D-2618-B40B-612B18883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653" y="4574328"/>
            <a:ext cx="6269347" cy="123861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John Kamau</a:t>
            </a:r>
            <a:endParaRPr lang="en-KE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3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0B922-5418-5FB0-E6C7-80EB57E4D0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" y="6400800"/>
            <a:ext cx="396109" cy="403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554284-03BD-5CA0-8E68-3BA4882524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254" y="6396768"/>
            <a:ext cx="794874" cy="41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5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65BD-AEBD-D462-30B5-1B939F31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ABB8-5D3D-6D22-762D-8F390F50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NLP  and Automated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E4582-5E63-289B-8C62-A22E99695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8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A09C-E710-C55C-854E-D8D6A315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8CD7-F531-3061-BFB9-9E963973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1765-32AC-9BFE-2FC5-521DA119D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8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9277-8FC2-131A-C9B2-22FB887F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020B-8EE1-7698-D26C-D8420B3F8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Bag of Words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C88EA-A707-C61E-1105-DC201BAAC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4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8CB2-EBFB-A463-6F7F-0429B4F6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4A18-6C08-ED03-B564-2E147973D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6E82A-7811-38FD-612E-B7A6A18B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10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D283C-3B6A-9B83-92FA-32BEF070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9B92-B96F-9F21-BBFB-C36D25818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Spacy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3C55D-E0AE-01D9-CD3A-D77C118E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375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901D-6EC8-F249-ACF3-CCB1A934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ML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3ED6A-4846-A4D0-B838-ABD5235AC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Automatic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51619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9C43-663F-08E5-10BF-78446FFC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C15B-3905-ACC0-5E18-DA7AFE76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Auto ML </a:t>
            </a:r>
          </a:p>
        </p:txBody>
      </p:sp>
    </p:spTree>
    <p:extLst>
      <p:ext uri="{BB962C8B-B14F-4D97-AF65-F5344CB8AC3E}">
        <p14:creationId xmlns:p14="http://schemas.microsoft.com/office/powerpoint/2010/main" val="119721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E8B2-C712-7014-19AA-45C083579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0E97-7F53-E300-F3D8-AB0C544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H20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1B2A7-277F-9D00-6982-D8305F75C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4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1D2F-03F8-22D2-CF96-59E09DD5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A004-B734-5C23-1B29-49AB12A1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H20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F105-F0F2-94AC-5BCA-A49ED42B4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6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67EBB-18D0-FB94-F5A9-6E3B8658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EA4D-FC1C-25E8-C18A-F5821D44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H20 Saving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F739-CDE3-7319-51DC-777A1F6F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49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7F6F-F587-5897-7D9F-5E3BF40D5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437C-05AC-8A31-7D52-2EA7D724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94D40-1F81-DCF1-E075-67642038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930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F808E-D6DA-2833-13C5-77731477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 &amp;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7AF0A-E3E6-9BF1-0698-4E320DFA2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Questions?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24143-8FB4-6431-44AB-F78D789C7D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" y="6404950"/>
            <a:ext cx="354030" cy="36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65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6">
      <a:dk1>
        <a:srgbClr val="000000"/>
      </a:dk1>
      <a:lt1>
        <a:sysClr val="window" lastClr="FFFFFF"/>
      </a:lt1>
      <a:dk2>
        <a:srgbClr val="BC5308"/>
      </a:dk2>
      <a:lt2>
        <a:srgbClr val="8AA79F"/>
      </a:lt2>
      <a:accent1>
        <a:srgbClr val="15616D"/>
      </a:accent1>
      <a:accent2>
        <a:srgbClr val="8AA79F"/>
      </a:accent2>
      <a:accent3>
        <a:srgbClr val="C5CAB8"/>
      </a:accent3>
      <a:accent4>
        <a:srgbClr val="FF7D00"/>
      </a:accent4>
      <a:accent5>
        <a:srgbClr val="BC5308"/>
      </a:accent5>
      <a:accent6>
        <a:srgbClr val="78290F"/>
      </a:accent6>
      <a:hlink>
        <a:srgbClr val="FFECD1"/>
      </a:hlink>
      <a:folHlink>
        <a:srgbClr val="001524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43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Cambria</vt:lpstr>
      <vt:lpstr>Retrospect</vt:lpstr>
      <vt:lpstr>Short Course On Machine Learning and AI 2026</vt:lpstr>
      <vt:lpstr>NLP  and Automated ML</vt:lpstr>
      <vt:lpstr>NLP</vt:lpstr>
      <vt:lpstr>Bag of Words models</vt:lpstr>
      <vt:lpstr>Embeddings</vt:lpstr>
      <vt:lpstr>Spacy</vt:lpstr>
      <vt:lpstr>Auto ML</vt:lpstr>
      <vt:lpstr>Auto ML </vt:lpstr>
      <vt:lpstr>H20</vt:lpstr>
      <vt:lpstr>H20 Dataframes</vt:lpstr>
      <vt:lpstr>H20 Saving the model</vt:lpstr>
      <vt:lpstr>Key Takeaways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Kamau Kamau</dc:creator>
  <cp:lastModifiedBy>John Kamau Kamau</cp:lastModifiedBy>
  <cp:revision>23</cp:revision>
  <dcterms:created xsi:type="dcterms:W3CDTF">2023-09-12T11:22:30Z</dcterms:created>
  <dcterms:modified xsi:type="dcterms:W3CDTF">2026-03-22T11:45:38Z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2026-03-15T13:26:08Z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db57165a-df63-4076-b308-48fb73fba492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10, 3, 0, 1</vt:lpwstr>
  </property>
</Properties>
</file>